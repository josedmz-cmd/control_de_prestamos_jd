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fe6b470e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fe6b470e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9992fe45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9992fe45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09992fe45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09992fe45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9992fe45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9992fe45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09992fe45_2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09992fe45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09992fe45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09992fe45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09992fe45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09992fe45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1bc84090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1bc84090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09992fe45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09992fe45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09992fe45_2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09992fe45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09992fe45_2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09992fe45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9992fe45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09992fe45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09992fe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09992fe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09992fe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09992fe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09992fe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09992fe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09992fe4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09992fe4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Proyecto - Control de </a:t>
            </a:r>
            <a:r>
              <a:rPr lang="es-419"/>
              <a:t>Préstamos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11700" y="2834125"/>
            <a:ext cx="8520600" cy="11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José Daniel Mora Zúñiga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IC-2101 Programación Orientada a Objetos - Prof. Mauricio Avilés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/>
              <a:t>Introducción</a:t>
            </a:r>
            <a:endParaRPr b="1" sz="30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/>
              <a:t>El proyecto consiste en una aplicación de escritorio en Java para gestionar préstamos de objetos. Se desarrolla para resolver el problema de desorganización y pérdida de objetos prestados. 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sistema permite: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Administrar personas, ítems, tipos, categorías y préstamos, con alertas programables, reportes y persistencia.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Problemas:</a:t>
            </a:r>
            <a:endParaRPr/>
          </a:p>
        </p:txBody>
      </p:sp>
      <p:sp>
        <p:nvSpPr>
          <p:cNvPr id="153" name="Google Shape;153;p16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025000" y="403200"/>
            <a:ext cx="2970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025000" y="1577000"/>
            <a:ext cx="3403200" cy="20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/>
              <a:t>Hay que crear un sistema que registre quién tiene cada objeto, cuándo se prestó y cuándo debe devolverse. Esto genera extravíos, olvidos y falta de control.</a:t>
            </a:r>
            <a:endParaRPr sz="1600"/>
          </a:p>
        </p:txBody>
      </p:sp>
      <p:sp>
        <p:nvSpPr>
          <p:cNvPr id="160" name="Google Shape;160;p17"/>
          <p:cNvSpPr txBox="1"/>
          <p:nvPr>
            <p:ph idx="2" type="body"/>
          </p:nvPr>
        </p:nvSpPr>
        <p:spPr>
          <a:xfrm>
            <a:off x="4428200" y="1567550"/>
            <a:ext cx="47157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Manipulación de personas (clave: teléfono).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Manipulación </a:t>
            </a:r>
            <a:r>
              <a:rPr lang="es-419" sz="1580"/>
              <a:t>de ítems (clave: códi</a:t>
            </a:r>
            <a:r>
              <a:rPr lang="es-419" sz="1580"/>
              <a:t>g</a:t>
            </a:r>
            <a:r>
              <a:rPr lang="es-419" sz="1580"/>
              <a:t>o, asociación a tipo y categorías).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Manipulación </a:t>
            </a:r>
            <a:r>
              <a:rPr lang="es-419" sz="1580"/>
              <a:t>de tipos (con tipo genérico protegido).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Manipulación </a:t>
            </a:r>
            <a:r>
              <a:rPr lang="es-419" sz="1580"/>
              <a:t>de categorías (relación muchos a muchos con ítems).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Gestión de préstamos (crear, agregar/quitar ítems, finalizar, retornar).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Alertas (únicas o recurrentes al iniciar la app).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Reportes (por usuario, ítem, categoría, tipo).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Persistencia (guardado/carga en disco).</a:t>
            </a:r>
            <a:endParaRPr sz="1580"/>
          </a:p>
          <a:p>
            <a:pPr indent="-3289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80"/>
              <a:buChar char="●"/>
            </a:pPr>
            <a:r>
              <a:rPr lang="es-419" sz="1580"/>
              <a:t>Interfaz gráfica usable.</a:t>
            </a:r>
            <a:endParaRPr sz="15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03"/>
          </a:p>
        </p:txBody>
      </p:sp>
      <p:sp>
        <p:nvSpPr>
          <p:cNvPr id="161" name="Google Shape;161;p17"/>
          <p:cNvSpPr txBox="1"/>
          <p:nvPr>
            <p:ph type="title"/>
          </p:nvPr>
        </p:nvSpPr>
        <p:spPr>
          <a:xfrm>
            <a:off x="4428200" y="403200"/>
            <a:ext cx="3409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Subproblemas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Metodología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Clases principales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626900" cy="3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Personas: TreeMap&lt;String, Persona&gt; (teléfono).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Ítems: TreeMap&lt;String, Item&gt; (código), relación bidireccional con Prestamo.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Tipos: TreeMap&lt;String, Tipo&gt;, protección para "Genérico".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Categorías: TreeMap&lt;String, Categoria&gt;, relación muchos a muchos con Item.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Préstamos: clase Prestamo con lista de Item, Alarma y métodos de gestión.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Alertas: clase Alarma, Timer en interfaz para verificar cada minuto.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Controladora: contiene los métodos para manipular todas las clases anteriores.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Reportes: métodos en controladora que devuelven String con listados formateados.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Interfaz: Java Swing con JTabbedPane, JTable, JList, DefaultTableModel.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Persistencia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/>
              <a:t>Persistencia: serialización Java (Serializable).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/>
          <p:cNvPicPr preferRelativeResize="0"/>
          <p:nvPr/>
        </p:nvPicPr>
        <p:blipFill rotWithShape="1">
          <a:blip r:embed="rId3">
            <a:alphaModFix/>
          </a:blip>
          <a:srcRect b="29428" l="0" r="0" t="0"/>
          <a:stretch/>
        </p:blipFill>
        <p:spPr>
          <a:xfrm>
            <a:off x="0" y="0"/>
            <a:ext cx="9144001" cy="4987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94" y="0"/>
            <a:ext cx="755840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 crítico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se logró implementar? 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s-419" sz="1920"/>
              <a:t>Administración completa de personas, ítems, tipos y categorías.</a:t>
            </a:r>
            <a:endParaRPr sz="1920"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s-419" sz="1920"/>
              <a:t>Gestión de préstamos (crear, agregar/quitar, finalizar, retornar).</a:t>
            </a:r>
            <a:endParaRPr sz="1920"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s-419" sz="1920"/>
              <a:t>Alertas únicas y recurrentes con verificación periódica.</a:t>
            </a:r>
            <a:endParaRPr sz="1920"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s-419" sz="1920"/>
              <a:t>Reportes en texto (usuario, ítem, categoría, tipo).</a:t>
            </a:r>
            <a:endParaRPr sz="1920"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s-419" sz="1920"/>
              <a:t>Persistencia por serialización.</a:t>
            </a:r>
            <a:endParaRPr sz="1920"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es-419" sz="1920"/>
              <a:t>Interfaz con pestañas y subpestañas.</a:t>
            </a:r>
            <a:endParaRPr sz="19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faltó implementar?</a:t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Validaciones de formato (correo, teléfono) se pueden mejorar.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600"/>
              <a:t>Exportación de reportes a PDF/CSV.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Validaciones de entrada insuficientes.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Limitaciones en la interfaz de usuario.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No hay gestión de préstamos finalizados.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Persistencia frágil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La aplicación cubre todos los requisitos funcionales (personas, ítems, tipos, categorías, préstamos, alertas, reportes y persistencia).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La serialización es válida para proyectos pequeños, pero frágil ante cambios de clase.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TreeMap facilita el ordenamiento y búsqueda por clave natural.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El patrón Singleton centraliza la lógica y simplifica el acceso.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00"/>
              <a:t>La interfaz basada en pestañas es organizada y usable.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1297500" y="1307850"/>
            <a:ext cx="70389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El modelo de datos permite extensiones (ej. nuevos atributos, tipos de alertas).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La falta de validaciones de entrada (correo, teléfono, códigos) puede provocar datos inconsistentes.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El manejo de excepciones es básico; los mensajes de error no siempre son claros para el usuario final.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00"/>
              <a:t>No hay confirmación visual clara de las operaciones (ej. animaciones o mensajes de éxito persistentes).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Recomendaciones</a:t>
            </a:r>
            <a:endParaRPr/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asegurar que todo siga funcionando al añadir nuevas funciones, haga pruebas frecuentes de cada módulo por separado.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 cambia la estructura de las clases, los datos guardados podrían no leerse.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Aproveche que TreeMap ordena los datos automáticamente para mostrar listados ordenados sin tener que programar ordenamientos adicionales.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 la aplicación crece, divida la lógica en partes más independientes (como servicios) para que sea más fácil de mantener y probar.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Para mejorar la experiencia del usuario, agregue atajos de teclado y pruebe la interfaz con usuarios reales para ver qué flujos son más cómodos.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Recomendaciones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Piense con anticipación en cómo añadir nuevos tipos de objetos o alertas sin tener que reescribir todo el código; por ejemplo, usando interfaces o configuraciones externas.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Implemente validaciones en los campos (ej. que el correo tenga @, que el teléfono solo tenga números) y muestre mensajes de error específicos.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Mejore el manejo de excepciones con bloques try-catch más específicos y mensajes de error en español claros; considere un sistema de logs simple (archivo de texto) para registrar errores.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Muestre mensajes de éxito que sean temporales y no solo en ventanas emergentes, para una mejor experiencia.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